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45" r:id="rId8"/>
    <p:sldId id="329" r:id="rId9"/>
    <p:sldId id="302" r:id="rId10"/>
    <p:sldId id="339" r:id="rId11"/>
    <p:sldId id="340" r:id="rId12"/>
    <p:sldId id="341" r:id="rId13"/>
    <p:sldId id="344" r:id="rId14"/>
    <p:sldId id="342" r:id="rId15"/>
    <p:sldId id="34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9B11-726B-622E-F1D0-53498C852A02}" v="122" dt="2025-09-25T09:02:38.15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296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9/27/2025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87925" y="4064000"/>
            <a:ext cx="7125035" cy="861497"/>
          </a:xfrm>
        </p:spPr>
        <p:txBody>
          <a:bodyPr>
            <a:noAutofit/>
          </a:bodyPr>
          <a:lstStyle/>
          <a:p>
            <a:pPr algn="r"/>
            <a:r>
              <a:rPr lang="en-US" sz="2200" dirty="0">
                <a:solidFill>
                  <a:schemeClr val="tx1"/>
                </a:solidFill>
              </a:rPr>
              <a:t>Name  :   Akshita R </a:t>
            </a:r>
          </a:p>
          <a:p>
            <a:pPr algn="r"/>
            <a:r>
              <a:rPr lang="en-IN" sz="2200" dirty="0"/>
              <a:t>AICTE STUDENT ID  </a:t>
            </a:r>
            <a:r>
              <a:rPr lang="en-IN" sz="2200" b="0" dirty="0"/>
              <a:t>:  STU66a11e7277d6e1721835122</a:t>
            </a:r>
            <a:endParaRPr lang="en-IN" sz="2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442" y="2050552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</a:t>
            </a:r>
            <a:r>
              <a:rPr lang="en-IN" b="1" dirty="0"/>
              <a:t>Airbnb Hotel                     Booking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3463" y="1875556"/>
            <a:ext cx="7341079" cy="402491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The hospitality industry faces challenges in understanding customer booking behaviors, seasonal demand fluctuations, and high cancellation rates.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Airbnb booking data contains valuable patterns, but without proper analysis, these insights remain hidden.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The problem is to analyze this data to identify key trends, predict customer preferences, and uncover factors influencing booking and cancellations, enabling better decision-making for hosts and the tourism sector.</a:t>
            </a: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 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D737C0-5931-76CD-79AF-636C4049D153}"/>
              </a:ext>
            </a:extLst>
          </p:cNvPr>
          <p:cNvSpPr txBox="1"/>
          <p:nvPr/>
        </p:nvSpPr>
        <p:spPr>
          <a:xfrm>
            <a:off x="467359" y="1689701"/>
            <a:ext cx="793568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hospitality industry is rapidly evolving, and data plays a crucial role in understanding customer behavior and improving services.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project focuses </a:t>
            </a:r>
            <a:r>
              <a:rPr lang="en-US" sz="2000" dirty="0"/>
              <a:t>on</a:t>
            </a:r>
            <a:r>
              <a:rPr lang="en-US" dirty="0"/>
              <a:t> analyzing </a:t>
            </a:r>
            <a:r>
              <a:rPr lang="en-US" b="1" dirty="0"/>
              <a:t>Airbnb hotel booking data</a:t>
            </a:r>
            <a:r>
              <a:rPr lang="en-US" dirty="0"/>
              <a:t> to extract meaningful insights into booking patterns, customer preferences, seasonal demand, and cancellation trends.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dataset is explored through </a:t>
            </a:r>
            <a:r>
              <a:rPr lang="en-US" b="1" dirty="0"/>
              <a:t>data preprocessing, cleaning, and Exploratory Data Analysis (EDA)</a:t>
            </a:r>
            <a:r>
              <a:rPr lang="en-US" dirty="0"/>
              <a:t> to handle missing values, detect anomalies, and prepare it for meaningful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Visualizations are created to highlight key findings and patterns in customer demographics, booking lead times, length of stays, popular destinations, and seasonal demand fluctuations.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Availability is a crucial factor in Airbnb hotel booking analysis as it directly influences customer choices and demand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By examining availability data across different dates, regions, and seasons, the project highlights how listings vary during peak and off-peak periods.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842CF-61FD-C17F-7A4D-EE8889CA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4C709F-1EC0-64F0-D725-15974FF4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 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1BCC8-5A99-DA52-8F52-2D90FFCAA1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246FA8-D631-1A10-DD36-AAE04EE8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3B2498-B223-FA03-B722-1732AA56AB5B}"/>
              </a:ext>
            </a:extLst>
          </p:cNvPr>
          <p:cNvSpPr txBox="1"/>
          <p:nvPr/>
        </p:nvSpPr>
        <p:spPr>
          <a:xfrm>
            <a:off x="467359" y="1689701"/>
            <a:ext cx="79356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analysis explores trends such as average room availability, seasonal fluctuations, city-wise differences, and the impact of booking lead times.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Host identity verification is an important aspect of Airbnb’s trust and safety framework.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this project, the analysis examines how verified and unverified hosts differ in terms of booking frequency, customer trust, and cancellation rates.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Verified hosts generally contribute to higher customer confidence, leading to more bookings and better reviews, while unverified hosts may face lower engagement due to reliability concerns.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By exploring patterns in host verification, the project highlights its role in ensuring transparency, building trust between hosts and guests, and improving overall booking experiences on the platform.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80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585927" cy="3990023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/>
              <a:t>Airbnb Hosts and Property Owners</a:t>
            </a:r>
            <a:r>
              <a:rPr lang="en-US" sz="1800" dirty="0"/>
              <a:t> – to understand customer preferences, improve pricing strategies, and reduce cancellations.</a:t>
            </a:r>
          </a:p>
          <a:p>
            <a:pPr algn="just"/>
            <a:r>
              <a:rPr lang="en-US" sz="1800" b="1" dirty="0"/>
              <a:t>Guests / Travelers</a:t>
            </a:r>
            <a:r>
              <a:rPr lang="en-US" sz="1800" dirty="0"/>
              <a:t> – to identify the best time to book, avoid peak-demand issues, and find trusted verified hosts.</a:t>
            </a:r>
          </a:p>
          <a:p>
            <a:pPr algn="just"/>
            <a:r>
              <a:rPr lang="en-US" sz="1800" b="1" dirty="0"/>
              <a:t>Hospitality Managers and Hotels</a:t>
            </a:r>
            <a:r>
              <a:rPr lang="en-US" sz="1800" dirty="0"/>
              <a:t> – to analyze competition, seasonal demand, and improve occupancy planning.</a:t>
            </a:r>
          </a:p>
          <a:p>
            <a:pPr algn="just"/>
            <a:r>
              <a:rPr lang="en-US" sz="1800" b="1" dirty="0"/>
              <a:t>Tourism Boards and Policymakers</a:t>
            </a:r>
            <a:r>
              <a:rPr lang="en-US" sz="1800" dirty="0"/>
              <a:t> – to study travel trends and plan for peak/off-peak seasons in specific regions.</a:t>
            </a:r>
          </a:p>
          <a:p>
            <a:pPr algn="just"/>
            <a:r>
              <a:rPr lang="en-US" sz="1800" b="1" dirty="0"/>
              <a:t>Data Analysts and Researchers</a:t>
            </a:r>
            <a:r>
              <a:rPr lang="en-US" sz="1800" dirty="0"/>
              <a:t> – to explore booking behaviors, create predictive models, and support further studies in hospitality analytics.</a:t>
            </a: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278384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b="1" dirty="0"/>
              <a:t>Programming Language : </a:t>
            </a:r>
            <a:r>
              <a:rPr lang="en-US" dirty="0"/>
              <a:t>Python for data manipulation and analysis.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Data Handling and Analysis : </a:t>
            </a:r>
            <a:r>
              <a:rPr lang="en-US" dirty="0"/>
              <a:t>Pandas, </a:t>
            </a:r>
            <a:r>
              <a:rPr lang="en-US" dirty="0" err="1"/>
              <a:t>Numpy</a:t>
            </a:r>
            <a:r>
              <a:rPr lang="en-US" dirty="0"/>
              <a:t> for cleaning, preprocessing, and statistical operations.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Data Visualization : </a:t>
            </a:r>
            <a:r>
              <a:rPr lang="en-US" dirty="0"/>
              <a:t>Matplotlib, Seaborn, </a:t>
            </a:r>
            <a:r>
              <a:rPr lang="en-US" dirty="0" err="1"/>
              <a:t>Plotly</a:t>
            </a:r>
            <a:r>
              <a:rPr lang="en-US" dirty="0"/>
              <a:t> for interactive and static charts.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Exploratory Data Analysis (EDA) : </a:t>
            </a:r>
            <a:r>
              <a:rPr lang="en-US" dirty="0"/>
              <a:t>Python libraries to uncover trends, correlations and patterns.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Version Control : </a:t>
            </a:r>
            <a:r>
              <a:rPr lang="en-US" dirty="0"/>
              <a:t>Git and GitHub for project collaboration.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RESULTS1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79" y="1369650"/>
            <a:ext cx="4275138" cy="4775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[Add screen shots of your code or Chart(s)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13A9A9-07D5-8BC8-9B44-E0BD7345E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715479"/>
            <a:ext cx="8111443" cy="42479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RESULTS2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4F0609D-325A-6CFC-7512-0C94EDABEB7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91963C39-9433-02BA-5A2B-62380BFD21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[Add screen shots of your code or Chart(s)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C6F3C3-4E4E-4914-49FD-22891A361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1936063"/>
            <a:ext cx="4503987" cy="39578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310A79-B1BF-D88C-BB71-0C010D7CB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2302" y="1909213"/>
            <a:ext cx="4275138" cy="39578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A6-C6F7-0E13-B5FE-E6A5870D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94CC-45AC-6391-C127-232D7FE1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60D1A-A584-25F8-1F57-468796F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RESULTS3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BD379B3-43F5-BB42-D7EF-5C1FA28E50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0D8247-EFB8-6C04-BBBF-310CEEF88E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C3286AD-B268-E75A-C390-BA89A4EE730E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6B14C4F-1746-A8AB-D262-5A993160F5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[Add screen shots of your code or Chart(s)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BDC6A4-59C9-B9B9-CBA5-8E93A2E59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2015234"/>
            <a:ext cx="4210863" cy="33126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DA25FD-BA46-36A6-829C-3D33741C7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407" y="2015234"/>
            <a:ext cx="4706997" cy="33126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8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E6ED231-AB91-2C33-0439-AEAC41FE728F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6421772" cy="2553970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[Add the working </a:t>
            </a:r>
            <a:r>
              <a:rPr lang="en-US" dirty="0" err="1"/>
              <a:t>url</a:t>
            </a:r>
            <a:r>
              <a:rPr lang="en-US" dirty="0"/>
              <a:t> of your </a:t>
            </a:r>
            <a:r>
              <a:rPr lang="en-US" dirty="0" err="1"/>
              <a:t>github</a:t>
            </a:r>
            <a:r>
              <a:rPr lang="en-US" dirty="0"/>
              <a:t> repository ]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</a:t>
            </a:r>
            <a:r>
              <a:rPr lang="en-US" dirty="0" err="1"/>
              <a:t>github</a:t>
            </a:r>
            <a:r>
              <a:rPr lang="en-US" dirty="0"/>
              <a:t> repository with format VOIS_AICTE_Oct2025_YourName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5100" b="1" dirty="0"/>
              <a:t>GitHub Repository : </a:t>
            </a:r>
          </a:p>
          <a:p>
            <a:pPr marL="0" indent="0">
              <a:buNone/>
            </a:pPr>
            <a:r>
              <a:rPr lang="en-US" sz="5100" b="1" dirty="0"/>
              <a:t> https://github.com/Akshita21-09/VOIS_AICTE_Oct2025_Akshita-R.git</a:t>
            </a:r>
          </a:p>
        </p:txBody>
      </p:sp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ACE-D55E-9B4A-7A75-15654F5D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536A-9E87-8208-553B-AFA23F55C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390BF9-A1B3-D0A5-6FE6-4C64A8B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Getting started with Basics of Python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B10ED4-748B-FD2D-3185-4AB559AC71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BF57D1-2242-C3F4-D177-EE064D5454A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60BF899-F7CC-395F-D4B6-232771689F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3043" y="1183154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[Paste your Certificate Here]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8069E-B38C-75E0-BC93-F3D843D3D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78" y="1768858"/>
            <a:ext cx="6902805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0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52E-39EF-82B8-E116-6B0D9B50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14EFD-3FAC-BE9B-CFBB-2D1FCCED0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59B88B-4EF4-AA7A-A15C-4B21476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Data Visualization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8C61-31F1-4380-CEFB-D75448F856D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0577D1-D5B1-726B-4FAB-B353BDE31B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48169FB-B4CE-0F31-B897-737AB3A70E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3043" y="1183154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[Paste your Certificate Here]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C87E6A-DB46-A910-FBBF-A9B8FDC6B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156" y="1755459"/>
            <a:ext cx="6934556" cy="490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3702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592</TotalTime>
  <Words>680</Words>
  <Application>Microsoft Office PowerPoint</Application>
  <PresentationFormat>Widescreen</PresentationFormat>
  <Paragraphs>58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Project Title – Airbnb Hotel                     Booking Analysis</vt:lpstr>
      <vt:lpstr>PROBLEM  STATEMENT</vt:lpstr>
      <vt:lpstr>Project Description    </vt:lpstr>
      <vt:lpstr>Project Description    </vt:lpstr>
      <vt:lpstr>WHO ARE THE END USERS?</vt:lpstr>
      <vt:lpstr>Technology Used</vt:lpstr>
      <vt:lpstr>RESULTS1 </vt:lpstr>
      <vt:lpstr>RESULTS2</vt:lpstr>
      <vt:lpstr>RESULTS3 </vt:lpstr>
      <vt:lpstr>GitHub repository </vt:lpstr>
      <vt:lpstr>Getting started with Basics of Python Certificate  </vt:lpstr>
      <vt:lpstr>Data Visualization Certificate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Akshita R</cp:lastModifiedBy>
  <cp:revision>106</cp:revision>
  <dcterms:created xsi:type="dcterms:W3CDTF">2021-07-11T13:13:15Z</dcterms:created>
  <dcterms:modified xsi:type="dcterms:W3CDTF">2025-09-27T14:13:13Z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